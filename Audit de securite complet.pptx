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  <p:sldMasterId id="2147483714" r:id="rId2"/>
  </p:sldMasterIdLst>
  <p:sldIdLst>
    <p:sldId id="256" r:id="rId3"/>
    <p:sldId id="257" r:id="rId4"/>
    <p:sldId id="258" r:id="rId5"/>
    <p:sldId id="259" r:id="rId6"/>
    <p:sldId id="263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>
        <p:scale>
          <a:sx n="90" d="100"/>
          <a:sy n="90" d="100"/>
        </p:scale>
        <p:origin x="62" y="-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7416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80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1245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5288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000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922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70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4020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928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5543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476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74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0171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4089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0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3829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5087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06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7092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7995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0331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759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901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0464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5760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295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087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01899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0032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0154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37300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6622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831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5979046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55418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17002655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27594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716206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4380579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1501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8569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1310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0917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0944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17990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14032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2574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56023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805417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2806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348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9282511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5539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912371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879181"/>
      </p:ext>
    </p:extLst>
  </p:cSld>
  <p:clrMapOvr>
    <a:masterClrMapping/>
  </p:clrMapOvr>
  <p:hf sldNum="0" hdr="0" ft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2877692"/>
      </p:ext>
    </p:extLst>
  </p:cSld>
  <p:clrMapOvr>
    <a:masterClrMapping/>
  </p:clrMapOvr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902334"/>
      </p:ext>
    </p:extLst>
  </p:cSld>
  <p:clrMapOvr>
    <a:masterClrMapping/>
  </p:clrMapOvr>
  <p:hf sldNum="0" hdr="0" ft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397171"/>
      </p:ext>
    </p:extLst>
  </p:cSld>
  <p:clrMapOvr>
    <a:masterClrMapping/>
  </p:clrMapOvr>
  <p:hf sldNum="0" hdr="0" ft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39527"/>
      </p:ext>
    </p:extLst>
  </p:cSld>
  <p:clrMapOvr>
    <a:masterClrMapping/>
  </p:clrMapOvr>
  <p:hf sldNum="0" hdr="0" ft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29168"/>
      </p:ext>
    </p:extLst>
  </p:cSld>
  <p:clrMapOvr>
    <a:masterClrMapping/>
  </p:clrMapOvr>
  <p:hf sldNum="0"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232851"/>
      </p:ext>
    </p:extLst>
  </p:cSld>
  <p:clrMapOvr>
    <a:masterClrMapping/>
  </p:clrMapOvr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0979743"/>
      </p:ext>
    </p:extLst>
  </p:cSld>
  <p:clrMapOvr>
    <a:masterClrMapping/>
  </p:clrMapOvr>
  <p:hf sldNum="0" hdr="0" ft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385088"/>
      </p:ext>
    </p:extLst>
  </p:cSld>
  <p:clrMapOvr>
    <a:masterClrMapping/>
  </p:clrMapOvr>
  <p:hf sldNum="0" hdr="0" ft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834347"/>
      </p:ext>
    </p:extLst>
  </p:cSld>
  <p:clrMapOvr>
    <a:masterClrMapping/>
  </p:clrMapOvr>
  <p:hf sldNum="0" hdr="0" ft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733772"/>
      </p:ext>
    </p:extLst>
  </p:cSld>
  <p:clrMapOvr>
    <a:masterClrMapping/>
  </p:clrMapOvr>
  <p:hf sldNum="0" hdr="0" ft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5566108"/>
      </p:ext>
    </p:extLst>
  </p:cSld>
  <p:clrMapOvr>
    <a:masterClrMapping/>
  </p:clrMapOvr>
  <p:hf sldNum="0" hdr="0" ft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9124292"/>
      </p:ext>
    </p:extLst>
  </p:cSld>
  <p:clrMapOvr>
    <a:masterClrMapping/>
  </p:clrMapOvr>
  <p:hf sldNum="0" hdr="0" ft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0835987"/>
      </p:ext>
    </p:extLst>
  </p:cSld>
  <p:clrMapOvr>
    <a:masterClrMapping/>
  </p:clrMapOvr>
  <p:hf sldNum="0" hdr="0" ft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041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3" Type="http://schemas.openxmlformats.org/officeDocument/2006/relationships/slideLayout" Target="../slideLayouts/slideLayout54.xml"/><Relationship Id="rId21" Type="http://schemas.openxmlformats.org/officeDocument/2006/relationships/image" Target="../media/image11.png"/><Relationship Id="rId7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0" Type="http://schemas.openxmlformats.org/officeDocument/2006/relationships/image" Target="../media/image10.png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6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8675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  <p:sldLayoutId id="2147483702" r:id="rId40"/>
    <p:sldLayoutId id="2147483703" r:id="rId41"/>
    <p:sldLayoutId id="2147483704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9D380B3-E270-4064-8D13-292A875F6C31}" type="datetime1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E274F5D-21DC-40EF-8DBA-AB9BB119E93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8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  <p:sldLayoutId id="2147483732" r:id="rId18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8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5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575D7A7-3C36-4508-9BC6-70A93BD3C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C964A0D-06B7-4C16-AC9F-20ADDA8059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5703F5C-55DF-45CD-BC3F-3BE8F1033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8C7134F-70F9-4826-A97E-9B39AEA08F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39351E73-B6DD-4B56-8EE9-C16B5711C4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E446D0E-6531-40B7-A182-FB86024397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D59C2C63-D709-4949-9465-29A52CBED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FD2038-15D6-4003-8350-AFEC394EE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91920" y="1399880"/>
            <a:ext cx="7808159" cy="4103960"/>
          </a:xfrm>
          <a:prstGeom prst="rect">
            <a:avLst/>
          </a:prstGeom>
          <a:solidFill>
            <a:schemeClr val="tx2">
              <a:lumMod val="90000"/>
              <a:lumOff val="10000"/>
            </a:schemeClr>
          </a:solidFill>
          <a:ln>
            <a:noFill/>
          </a:ln>
          <a:effectLst>
            <a:outerShdw blurRad="114300" dist="127000" dir="5400000" sx="99000" sy="99000" algn="t" rotWithShape="0">
              <a:prstClr val="black">
                <a:alpha val="40000"/>
              </a:prstClr>
            </a:outerShdw>
          </a:effectLst>
          <a:scene3d>
            <a:camera prst="orthographicFront"/>
            <a:lightRig rig="twoPt" dir="t"/>
          </a:scene3d>
          <a:sp3d contourW="6350">
            <a:bevelT w="12700" h="0" prst="coolSlant"/>
            <a:contourClr>
              <a:schemeClr val="tx2">
                <a:lumMod val="75000"/>
                <a:lumOff val="25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F519C2-F6BE-41BE-A50E-54B98359C9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28332" y="1540931"/>
            <a:ext cx="7543802" cy="3835401"/>
          </a:xfrm>
          <a:prstGeom prst="rect">
            <a:avLst/>
          </a:prstGeom>
          <a:noFill/>
          <a:ln w="15875">
            <a:solidFill>
              <a:schemeClr val="accent1"/>
            </a:solidFill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7767AD93-AD3E-4C62-97D5-E54E14B2E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23631"/>
            <a:ext cx="12231160" cy="659658"/>
            <a:chOff x="-16934" y="3123631"/>
            <a:chExt cx="12231160" cy="659658"/>
          </a:xfrm>
        </p:grpSpPr>
        <p:sp>
          <p:nvSpPr>
            <p:cNvPr id="28" name="Rounded Rectangle 17">
              <a:extLst>
                <a:ext uri="{FF2B5EF4-FFF2-40B4-BE49-F238E27FC236}">
                  <a16:creationId xmlns:a16="http://schemas.microsoft.com/office/drawing/2014/main" id="{AA443E8D-EC07-4B8F-B370-2A1153F35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430976" y="312363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41F0AA1-D12D-4FDB-BF66-D9398ED930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5536"/>
              <a:ext cx="2478024" cy="612648"/>
            </a:xfrm>
            <a:prstGeom prst="rect">
              <a:avLst/>
            </a:prstGeom>
          </p:spPr>
        </p:pic>
        <p:sp>
          <p:nvSpPr>
            <p:cNvPr id="30" name="Rounded Rectangle 20">
              <a:extLst>
                <a:ext uri="{FF2B5EF4-FFF2-40B4-BE49-F238E27FC236}">
                  <a16:creationId xmlns:a16="http://schemas.microsoft.com/office/drawing/2014/main" id="{E2B949DE-0178-4942-80DE-811C1AA4FC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17803" y="3124921"/>
              <a:ext cx="45720" cy="658368"/>
            </a:xfrm>
            <a:prstGeom prst="roundRect">
              <a:avLst>
                <a:gd name="adj" fmla="val 50000"/>
              </a:avLst>
            </a:prstGeom>
            <a:solidFill>
              <a:schemeClr val="tx2">
                <a:alpha val="55000"/>
              </a:schemeClr>
            </a:solidFill>
            <a:ln w="9525">
              <a:noFill/>
            </a:ln>
            <a:effectLst>
              <a:innerShdw blurRad="114300">
                <a:prstClr val="black">
                  <a:alpha val="48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84AA86D-EAE1-4E3F-A54C-7F1E390B6D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5536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277FDBB-6797-AECE-27E7-93E2A1E43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5400" dirty="0" err="1">
                <a:solidFill>
                  <a:schemeClr val="bg1"/>
                </a:solidFill>
              </a:rPr>
              <a:t>Projet</a:t>
            </a:r>
            <a:r>
              <a:rPr lang="en-US" sz="5400" dirty="0">
                <a:solidFill>
                  <a:schemeClr val="bg1"/>
                </a:solidFill>
              </a:rPr>
              <a:t> B: Audit de sécurité </a:t>
            </a:r>
            <a:r>
              <a:rPr lang="en-US" sz="5400" dirty="0" err="1">
                <a:solidFill>
                  <a:schemeClr val="bg1"/>
                </a:solidFill>
              </a:rPr>
              <a:t>complet</a:t>
            </a:r>
            <a:endParaRPr lang="en-US" sz="5400" dirty="0">
              <a:solidFill>
                <a:schemeClr val="bg1"/>
              </a:solidFill>
            </a:endParaRP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C5DF824-94D7-BA0C-0CC2-FA4D57432B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2398" y="4119284"/>
            <a:ext cx="6815669" cy="132080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100" dirty="0">
                <a:solidFill>
                  <a:schemeClr val="bg1"/>
                </a:solidFill>
              </a:rPr>
              <a:t>Fait par Jules, Naël et Alpha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772CE55-4C36-44F1-A9BD-379BEB843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692399" y="3522131"/>
            <a:ext cx="6815668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5921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079AA3-DB95-E559-6615-60CE0F6D0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EB0FC5-A103-17DC-5AE6-A4276AE44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b="1" dirty="0"/>
              <a:t>Présentation de l’entreprise</a:t>
            </a:r>
          </a:p>
          <a:p>
            <a:r>
              <a:rPr lang="fr-FR" b="1" dirty="0"/>
              <a:t>Architecture générale </a:t>
            </a:r>
          </a:p>
          <a:p>
            <a:r>
              <a:rPr lang="fr-FR" b="1" dirty="0"/>
              <a:t>Outils à disposition</a:t>
            </a:r>
          </a:p>
          <a:p>
            <a:r>
              <a:rPr lang="fr-FR" b="1" dirty="0"/>
              <a:t>Application e-commerce vulnérable</a:t>
            </a:r>
          </a:p>
          <a:p>
            <a:r>
              <a:rPr lang="fr-FR" b="1" dirty="0"/>
              <a:t>Démonstration (Vulnérabilité)</a:t>
            </a:r>
          </a:p>
        </p:txBody>
      </p:sp>
    </p:spTree>
    <p:extLst>
      <p:ext uri="{BB962C8B-B14F-4D97-AF65-F5344CB8AC3E}">
        <p14:creationId xmlns:p14="http://schemas.microsoft.com/office/powerpoint/2010/main" val="425897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1918CBE-2534-8235-F6A4-E8D25972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Présentation de l’entreprise</a:t>
            </a:r>
            <a:br>
              <a:rPr lang="fr-FR" b="1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DBB0D377-E483-6AA0-3DFA-D4A81A4497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00757" y="2557463"/>
            <a:ext cx="6390485" cy="331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72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971056-EE43-866E-92AC-F3F4E6D9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Architecture générale </a:t>
            </a:r>
            <a:br>
              <a:rPr lang="fr-FR" b="1" dirty="0"/>
            </a:br>
            <a:endParaRPr lang="fr-FR" dirty="0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5A30DD87-9CCC-E287-15FB-422C9AA5FD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5781" y="2607208"/>
            <a:ext cx="5751096" cy="339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175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F61640-4BA2-4D8F-A789-6FC6914925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84C38491-7C9C-4C3A-8CBA-06C361D29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E5974E1A-4BF7-4DF7-8270-15606B1FA7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63E7F0-D1DE-47EB-8F53-AB65CC95D8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C0FF710-A6EC-4874-9F78-FAD4C11F0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57C5618-5497-41BE-96DA-C242CF6C23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A06CF63-5E0C-7859-809D-BBB6AEB10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6225" y="982132"/>
            <a:ext cx="6836663" cy="1303867"/>
          </a:xfrm>
        </p:spPr>
        <p:txBody>
          <a:bodyPr>
            <a:normAutofit/>
          </a:bodyPr>
          <a:lstStyle/>
          <a:p>
            <a:r>
              <a:rPr lang="fr-FR" b="1"/>
              <a:t>Outils à disposition </a:t>
            </a:r>
            <a:endParaRPr lang="fr-FR" b="1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486850E-B8A1-49A8-8191-E022DF9ED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2644" y="1092200"/>
            <a:ext cx="2626428" cy="4535424"/>
          </a:xfrm>
          <a:prstGeom prst="rect">
            <a:avLst/>
          </a:prstGeom>
          <a:solidFill>
            <a:schemeClr val="bg1"/>
          </a:solidFill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5805B03-A190-005A-7C7D-CA7AC4F602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674" y="1255007"/>
            <a:ext cx="1301925" cy="1301925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34633C6-DD5A-4893-BD2E-CC579C5001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85596" y="2400639"/>
            <a:ext cx="62179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Image 4">
            <a:extLst>
              <a:ext uri="{FF2B5EF4-FFF2-40B4-BE49-F238E27FC236}">
                <a16:creationId xmlns:a16="http://schemas.microsoft.com/office/drawing/2014/main" id="{6C1BD8B8-8FC7-2A4A-236F-9F19BE4587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43775" y="2714258"/>
            <a:ext cx="1295723" cy="129572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52DA3422-DAC6-8E35-6403-7B5F87C70B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7236" y="4167307"/>
            <a:ext cx="2268802" cy="1276201"/>
          </a:xfrm>
          <a:prstGeom prst="rect">
            <a:avLst/>
          </a:prstGeom>
        </p:spPr>
      </p:pic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E897D64-1BF7-5F4F-CCBD-AECF04C06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73857" y="2556932"/>
            <a:ext cx="6841398" cy="3318936"/>
          </a:xfrm>
        </p:spPr>
        <p:txBody>
          <a:bodyPr>
            <a:normAutofit/>
          </a:bodyPr>
          <a:lstStyle/>
          <a:p>
            <a:r>
              <a:rPr lang="fr-FR" dirty="0" err="1"/>
              <a:t>Whatweb</a:t>
            </a:r>
            <a:endParaRPr lang="fr-FR" dirty="0"/>
          </a:p>
          <a:p>
            <a:r>
              <a:rPr lang="fr-FR" dirty="0" err="1"/>
              <a:t>Gobuster</a:t>
            </a:r>
            <a:endParaRPr lang="fr-FR" dirty="0"/>
          </a:p>
          <a:p>
            <a:r>
              <a:rPr lang="fr-FR" dirty="0" err="1"/>
              <a:t>Nikto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1074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8F49E7-13B8-016A-B5CD-786291F46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Application e-commerce vulnérable</a:t>
            </a:r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95266DCD-6ACE-B2B7-88A2-FD4DAD3385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22403" y="2701928"/>
            <a:ext cx="6044511" cy="300657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B9F3B720-E879-BCB7-07B6-8B931B313304}"/>
              </a:ext>
            </a:extLst>
          </p:cNvPr>
          <p:cNvSpPr txBox="1"/>
          <p:nvPr/>
        </p:nvSpPr>
        <p:spPr>
          <a:xfrm>
            <a:off x="7746996" y="3105834"/>
            <a:ext cx="3217333" cy="6463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fr-FR" dirty="0"/>
              <a:t>Sudo docker run -p 3000:3000 </a:t>
            </a:r>
            <a:r>
              <a:rPr lang="fr-FR" dirty="0" err="1"/>
              <a:t>bkimmich</a:t>
            </a:r>
            <a:r>
              <a:rPr lang="fr-FR" dirty="0"/>
              <a:t>/</a:t>
            </a:r>
            <a:r>
              <a:rPr lang="fr-FR" dirty="0" err="1"/>
              <a:t>juice</a:t>
            </a:r>
            <a:r>
              <a:rPr lang="fr-FR" dirty="0"/>
              <a:t>-shop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7DA8B48-57BD-21AF-E74E-DAAC121AE4F5}"/>
              </a:ext>
            </a:extLst>
          </p:cNvPr>
          <p:cNvSpPr txBox="1"/>
          <p:nvPr/>
        </p:nvSpPr>
        <p:spPr>
          <a:xfrm>
            <a:off x="7746997" y="4340682"/>
            <a:ext cx="32173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L'application est accessible sur :</a:t>
            </a:r>
          </a:p>
          <a:p>
            <a:r>
              <a:rPr lang="fr-FR" b="1" dirty="0"/>
              <a:t>http://10.0.0.200:3000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4643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B1672C-904B-8786-0933-F4CDB5273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Démonstration (Vulnérabilité)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62D689-B7BF-081A-64FA-C61F599706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04298805"/>
      </p:ext>
    </p:extLst>
  </p:cSld>
  <p:clrMapOvr>
    <a:masterClrMapping/>
  </p:clrMapOvr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theme/theme2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Organique</Template>
  <TotalTime>217</TotalTime>
  <Words>68</Words>
  <Application>Microsoft Office PowerPoint</Application>
  <PresentationFormat>Grand écran</PresentationFormat>
  <Paragraphs>19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Arial</vt:lpstr>
      <vt:lpstr>Garamond</vt:lpstr>
      <vt:lpstr>Neue Haas Grotesk Text Pro</vt:lpstr>
      <vt:lpstr>Dune</vt:lpstr>
      <vt:lpstr>Organique</vt:lpstr>
      <vt:lpstr>Projet B: Audit de sécurité complet</vt:lpstr>
      <vt:lpstr>Sommaire</vt:lpstr>
      <vt:lpstr>Présentation de l’entreprise </vt:lpstr>
      <vt:lpstr>Architecture générale  </vt:lpstr>
      <vt:lpstr>Outils à disposition </vt:lpstr>
      <vt:lpstr>Application e-commerce vulnérable</vt:lpstr>
      <vt:lpstr>Démonstration (Vulnérabilité)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Yoran Dhello</dc:creator>
  <cp:lastModifiedBy>Yoran Dhello</cp:lastModifiedBy>
  <cp:revision>7</cp:revision>
  <dcterms:created xsi:type="dcterms:W3CDTF">2026-06-12T04:05:19Z</dcterms:created>
  <dcterms:modified xsi:type="dcterms:W3CDTF">2026-06-12T07:42:56Z</dcterms:modified>
</cp:coreProperties>
</file>