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714" r:id="rId2"/>
  </p:sldMasterIdLst>
  <p:sldIdLst>
    <p:sldId id="256" r:id="rId3"/>
    <p:sldId id="257" r:id="rId4"/>
    <p:sldId id="258" r:id="rId5"/>
    <p:sldId id="259" r:id="rId6"/>
    <p:sldId id="263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90" d="100"/>
          <a:sy n="90" d="100"/>
        </p:scale>
        <p:origin x="62" y="-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41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8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24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5288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0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22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02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92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54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47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7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17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08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0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2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087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06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092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995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33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759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901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464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76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9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87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189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032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154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730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622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831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5979046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55418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700265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759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71620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38057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150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856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31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91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094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799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403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57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602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054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80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3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282511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5539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912371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79181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877692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902334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97171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39527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29168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32851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979743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385088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34347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733772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566108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124292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835987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0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6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8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575D7A7-3C36-4508-9BC6-70A93BD3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C964A0D-06B7-4C16-AC9F-20ADDA805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703F5C-55DF-45CD-BC3F-3BE8F1033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8C7134F-70F9-4826-A97E-9B39AEA08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9351E73-B6DD-4B56-8EE9-C16B5711C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446D0E-6531-40B7-A182-FB8602439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59C2C63-D709-4949-9465-29A52CBED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FD2038-15D6-4003-8350-AFEC394EE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920" y="1399880"/>
            <a:ext cx="7808159" cy="410396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tx2">
                <a:lumMod val="75000"/>
                <a:lumOff val="2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F519C2-F6BE-41BE-A50E-54B98359C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8332" y="1540931"/>
            <a:ext cx="7543802" cy="3835401"/>
          </a:xfrm>
          <a:prstGeom prst="rect">
            <a:avLst/>
          </a:prstGeom>
          <a:noFill/>
          <a:ln w="1587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67AD93-AD3E-4C62-97D5-E54E14B2E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3631"/>
            <a:ext cx="12231160" cy="659658"/>
            <a:chOff x="-16934" y="3123631"/>
            <a:chExt cx="12231160" cy="659658"/>
          </a:xfrm>
        </p:grpSpPr>
        <p:sp>
          <p:nvSpPr>
            <p:cNvPr id="28" name="Rounded Rectangle 17">
              <a:extLst>
                <a:ext uri="{FF2B5EF4-FFF2-40B4-BE49-F238E27FC236}">
                  <a16:creationId xmlns:a16="http://schemas.microsoft.com/office/drawing/2014/main" id="{AA443E8D-EC07-4B8F-B370-2A1153F35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30976" y="312363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41F0AA1-D12D-4FDB-BF66-D9398ED93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5536"/>
              <a:ext cx="2478024" cy="612648"/>
            </a:xfrm>
            <a:prstGeom prst="rect">
              <a:avLst/>
            </a:prstGeom>
          </p:spPr>
        </p:pic>
        <p:sp>
          <p:nvSpPr>
            <p:cNvPr id="30" name="Rounded Rectangle 20">
              <a:extLst>
                <a:ext uri="{FF2B5EF4-FFF2-40B4-BE49-F238E27FC236}">
                  <a16:creationId xmlns:a16="http://schemas.microsoft.com/office/drawing/2014/main" id="{E2B949DE-0178-4942-80DE-811C1AA4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17803" y="312492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84AA86D-EAE1-4E3F-A54C-7F1E390B6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5536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277FDBB-6797-AECE-27E7-93E2A1E43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Audit de sécurité </a:t>
            </a:r>
            <a:r>
              <a:rPr lang="en-US" sz="5400" dirty="0" err="1">
                <a:solidFill>
                  <a:schemeClr val="bg1"/>
                </a:solidFill>
              </a:rPr>
              <a:t>complet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5DF824-94D7-BA0C-0CC2-FA4D57432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4119284"/>
            <a:ext cx="6815669" cy="13208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100" dirty="0">
                <a:solidFill>
                  <a:schemeClr val="bg1"/>
                </a:solidFill>
              </a:rPr>
              <a:t>Fait par Jules, Naël et Alpha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772CE55-4C36-44F1-A9BD-379BEB843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92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079AA3-DB95-E559-6615-60CE0F6D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EB0FC5-A103-17DC-5AE6-A4276AE44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Présentation de l’entreprise</a:t>
            </a:r>
          </a:p>
          <a:p>
            <a:r>
              <a:rPr lang="fr-FR" b="1" dirty="0"/>
              <a:t>Architecture générale </a:t>
            </a:r>
          </a:p>
          <a:p>
            <a:r>
              <a:rPr lang="fr-FR" b="1" dirty="0"/>
              <a:t>Outils à disposition</a:t>
            </a:r>
          </a:p>
          <a:p>
            <a:r>
              <a:rPr lang="fr-FR" b="1" dirty="0"/>
              <a:t>Application e-commerce vulnérable</a:t>
            </a:r>
          </a:p>
          <a:p>
            <a:r>
              <a:rPr lang="fr-FR" b="1" dirty="0"/>
              <a:t>Démonstration (Vulnérabilité)</a:t>
            </a:r>
          </a:p>
        </p:txBody>
      </p:sp>
    </p:spTree>
    <p:extLst>
      <p:ext uri="{BB962C8B-B14F-4D97-AF65-F5344CB8AC3E}">
        <p14:creationId xmlns:p14="http://schemas.microsoft.com/office/powerpoint/2010/main" val="42589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918CBE-2534-8235-F6A4-E8D25972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Présentation de l’entreprise</a:t>
            </a:r>
            <a:br>
              <a:rPr lang="fr-FR" b="1" dirty="0"/>
            </a:b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BB0D377-E483-6AA0-3DFA-D4A81A449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0757" y="2557463"/>
            <a:ext cx="639048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72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71056-EE43-866E-92AC-F3F4E6D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Architecture générale </a:t>
            </a:r>
            <a:br>
              <a:rPr lang="fr-FR" b="1" dirty="0"/>
            </a:b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A30DD87-9CCC-E287-15FB-422C9AA5F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781" y="2607208"/>
            <a:ext cx="5751096" cy="339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7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DF61640-4BA2-4D8F-A789-6FC691492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C38491-7C9C-4C3A-8CBA-06C361D29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5974E1A-4BF7-4DF7-8270-15606B1FA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63E7F0-D1DE-47EB-8F53-AB65CC95D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C0FF710-A6EC-4874-9F78-FAD4C11F0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57C5618-5497-41BE-96DA-C242CF6C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BA06CF63-5E0C-7859-809D-BBB6AEB10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225" y="982132"/>
            <a:ext cx="6836663" cy="1303867"/>
          </a:xfrm>
        </p:spPr>
        <p:txBody>
          <a:bodyPr>
            <a:normAutofit/>
          </a:bodyPr>
          <a:lstStyle/>
          <a:p>
            <a:r>
              <a:rPr lang="fr-FR" b="1"/>
              <a:t>Outils à disposition </a:t>
            </a:r>
            <a:endParaRPr lang="fr-FR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86850E-B8A1-49A8-8191-E022DF9ED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2626428" cy="453542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5805B03-A190-005A-7C7D-CA7AC4F60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0674" y="1255007"/>
            <a:ext cx="1301925" cy="1301925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34633C6-DD5A-4893-BD2E-CC579C500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5596" y="2400639"/>
            <a:ext cx="62179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6C1BD8B8-8FC7-2A4A-236F-9F19BE458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3775" y="2714258"/>
            <a:ext cx="1295723" cy="129572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2DA3422-DAC6-8E35-6403-7B5F87C70B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236" y="4167307"/>
            <a:ext cx="2268802" cy="1276201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897D64-1BF7-5F4F-CCBD-AECF04C06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857" y="2556932"/>
            <a:ext cx="6841398" cy="3318936"/>
          </a:xfrm>
        </p:spPr>
        <p:txBody>
          <a:bodyPr>
            <a:normAutofit/>
          </a:bodyPr>
          <a:lstStyle/>
          <a:p>
            <a:r>
              <a:rPr lang="fr-FR" dirty="0" err="1"/>
              <a:t>Whatweb</a:t>
            </a:r>
            <a:endParaRPr lang="fr-FR" dirty="0"/>
          </a:p>
          <a:p>
            <a:r>
              <a:rPr lang="fr-FR" dirty="0" err="1"/>
              <a:t>Gobuster</a:t>
            </a:r>
            <a:endParaRPr lang="fr-FR" dirty="0"/>
          </a:p>
          <a:p>
            <a:r>
              <a:rPr lang="fr-FR" dirty="0" err="1"/>
              <a:t>Nikto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107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8F49E7-13B8-016A-B5CD-786291F4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 e-commerce vulnérable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95266DCD-6ACE-B2B7-88A2-FD4DAD338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2403" y="2701928"/>
            <a:ext cx="6044511" cy="300657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9F3B720-E879-BCB7-07B6-8B931B313304}"/>
              </a:ext>
            </a:extLst>
          </p:cNvPr>
          <p:cNvSpPr txBox="1"/>
          <p:nvPr/>
        </p:nvSpPr>
        <p:spPr>
          <a:xfrm>
            <a:off x="7746996" y="3105834"/>
            <a:ext cx="3217333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Sudo docker run -p 3000:3000 </a:t>
            </a:r>
            <a:r>
              <a:rPr lang="fr-FR" dirty="0" err="1"/>
              <a:t>bkimmich</a:t>
            </a:r>
            <a:r>
              <a:rPr lang="fr-FR" dirty="0"/>
              <a:t>/</a:t>
            </a:r>
            <a:r>
              <a:rPr lang="fr-FR" dirty="0" err="1"/>
              <a:t>juice</a:t>
            </a:r>
            <a:r>
              <a:rPr lang="fr-FR" dirty="0"/>
              <a:t>-shop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7DA8B48-57BD-21AF-E74E-DAAC121AE4F5}"/>
              </a:ext>
            </a:extLst>
          </p:cNvPr>
          <p:cNvSpPr txBox="1"/>
          <p:nvPr/>
        </p:nvSpPr>
        <p:spPr>
          <a:xfrm>
            <a:off x="7746997" y="4340682"/>
            <a:ext cx="3217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L'application est accessible sur :</a:t>
            </a:r>
          </a:p>
          <a:p>
            <a:r>
              <a:rPr lang="fr-FR" b="1" dirty="0"/>
              <a:t>http://10.0.0.200:3000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4643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1672C-904B-8786-0933-F4CDB5273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Démonstration (Vulnérabilité)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62D689-B7BF-081A-64FA-C61F59970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429880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Organique</Template>
  <TotalTime>132</TotalTime>
  <Words>65</Words>
  <Application>Microsoft Office PowerPoint</Application>
  <PresentationFormat>Grand écran</PresentationFormat>
  <Paragraphs>19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Garamond</vt:lpstr>
      <vt:lpstr>Neue Haas Grotesk Text Pro</vt:lpstr>
      <vt:lpstr>Dune</vt:lpstr>
      <vt:lpstr>Organique</vt:lpstr>
      <vt:lpstr>Audit de sécurité complet</vt:lpstr>
      <vt:lpstr>Sommaire</vt:lpstr>
      <vt:lpstr>Présentation de l’entreprise </vt:lpstr>
      <vt:lpstr>Architecture générale  </vt:lpstr>
      <vt:lpstr>Outils à disposition </vt:lpstr>
      <vt:lpstr>Application e-commerce vulnérable</vt:lpstr>
      <vt:lpstr>Démonstration (Vulnérabilité)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Yoran Dhello</dc:creator>
  <cp:lastModifiedBy>Yoran Dhello</cp:lastModifiedBy>
  <cp:revision>6</cp:revision>
  <dcterms:created xsi:type="dcterms:W3CDTF">2026-06-12T04:05:19Z</dcterms:created>
  <dcterms:modified xsi:type="dcterms:W3CDTF">2026-06-12T06:17:28Z</dcterms:modified>
</cp:coreProperties>
</file>